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9" r:id="rId5"/>
    <p:sldId id="291" r:id="rId6"/>
    <p:sldId id="270" r:id="rId7"/>
    <p:sldId id="271" r:id="rId8"/>
    <p:sldId id="272" r:id="rId9"/>
    <p:sldId id="273" r:id="rId10"/>
    <p:sldId id="276" r:id="rId11"/>
    <p:sldId id="274" r:id="rId12"/>
    <p:sldId id="275" r:id="rId13"/>
    <p:sldId id="278" r:id="rId14"/>
    <p:sldId id="277" r:id="rId15"/>
    <p:sldId id="289" r:id="rId16"/>
    <p:sldId id="290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93C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5201" autoAdjust="0"/>
  </p:normalViewPr>
  <p:slideViewPr>
    <p:cSldViewPr snapToGrid="0">
      <p:cViewPr varScale="1">
        <p:scale>
          <a:sx n="111" d="100"/>
          <a:sy n="111" d="100"/>
        </p:scale>
        <p:origin x="52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0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7DA7D65-D244-46BA-BCEA-0D39821846A4}" type="datetime1">
              <a:rPr lang="fr-FR" smtClean="0"/>
              <a:t>28/11/2024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4FE73-6EE6-4DEA-8C8E-402F02A61240}" type="datetime1">
              <a:rPr lang="fr-FR" smtClean="0"/>
              <a:pPr/>
              <a:t>28/11/2024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459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3677-6CBC-5711-4C1E-8FDD5A9D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E6B974-48FC-14A8-7F6B-557834D73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36A47E-5DE0-2268-CD78-A592FA5C0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0DF7EC-EA78-5908-3073-8237F40CF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58057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014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96F4-580E-AEEF-8421-F2737C99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D5A740-542C-0874-EC03-B418ADCFD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A4096B-6E64-D97F-D215-45D22E126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7DDEE7-9E4A-18D6-A664-7CF64BD91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8872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F3346-A3B0-1C7D-C6E5-2CFE8647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F114A10-79D5-C57F-C4A9-A39AF67CA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D4558B7-0BFE-0B84-F5AC-6C9F3D610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F18472-5565-1565-ED80-4524C77CB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13450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8A15-6D6E-8BF0-7FE7-1963A194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55E7049-3735-F4F1-C03F-D65FC4533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37D3D5E-F2BA-448A-0698-561FD1192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786E1C-CB61-A747-B293-4CC153D0B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98632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60735-9B11-D23D-7DF2-393AD812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A2918BA-BCF3-DA0F-65F1-69D592109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AD7D557-2B9F-E742-C080-3B3A47B2D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1711DF-9C84-1374-3A17-EBB86C142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67468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D54C-E43F-C69C-EB70-E4E707EE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7C57E54-0B75-0032-7BFC-DF2A27A80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6598F7-4EF4-4FCD-D5BF-DF927BF25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7EF184-B4B3-2FA3-872D-DCAE1FFA7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81334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4171-A28B-4871-AC71-764D63D0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EDE2EA-9447-EA4A-3589-B47DF037D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75DB06B-657A-D65B-B1C4-69CA237FB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72620B-7AAE-52B4-15B5-67AFD5380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18992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F689-3344-6A2E-E31E-DED1E699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C65149-67B0-3173-077A-05AA7CE8D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E668D5-4D5F-7CAD-C0A8-238ECBB76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A0DFC2-31B5-A42D-EBED-A983C6BA9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42089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A2971-1851-1BBD-EE7B-46209822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5F26FD3-EB85-0BD0-0485-E9FA98C4E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EDAA3E-DE45-4C30-BBAA-2C1BC8E5C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82DE6C-E41B-369B-51F8-91AD9897B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noProof="0" smtClean="0"/>
              <a:t>11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16527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none" spc="-3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2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Modifiez le style des sous-titres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none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noFill/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  <a:solidFill>
            <a:srgbClr val="7893C2"/>
          </a:solidFill>
        </p:spPr>
        <p:txBody>
          <a:bodyPr rtlCol="0" anchor="b"/>
          <a:lstStyle>
            <a:lvl1pPr algn="r">
              <a:lnSpc>
                <a:spcPts val="5000"/>
              </a:lnSpc>
              <a:defRPr sz="6000" b="1" cap="none" spc="-3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rgbClr val="7893C2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Modifiez le style des sous-titres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8EDAA1F-9B23-44E6-8D3F-6B2BB282AC2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4" y="63500"/>
            <a:ext cx="2211386" cy="1852613"/>
          </a:xfrm>
        </p:spPr>
        <p:txBody>
          <a:bodyPr/>
          <a:lstStyle>
            <a:lvl1pPr>
              <a:buNone/>
              <a:defRPr/>
            </a:lvl1pPr>
          </a:lstStyle>
          <a:p>
            <a:endParaRPr lang="fr-FR" dirty="0"/>
          </a:p>
        </p:txBody>
      </p:sp>
      <p:sp>
        <p:nvSpPr>
          <p:cNvPr id="12" name="Espace réservé pour une image  5">
            <a:extLst>
              <a:ext uri="{FF2B5EF4-FFF2-40B4-BE49-F238E27FC236}">
                <a16:creationId xmlns:a16="http://schemas.microsoft.com/office/drawing/2014/main" id="{9480794F-4FF8-441B-8657-6D4316D24F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80474" y="2213065"/>
            <a:ext cx="2211386" cy="1852613"/>
          </a:xfrm>
        </p:spPr>
        <p:txBody>
          <a:bodyPr/>
          <a:lstStyle>
            <a:lvl1pPr>
              <a:buNone/>
              <a:defRPr/>
            </a:lvl1pPr>
          </a:lstStyle>
          <a:p>
            <a:endParaRPr lang="fr-FR" dirty="0"/>
          </a:p>
        </p:txBody>
      </p:sp>
      <p:sp>
        <p:nvSpPr>
          <p:cNvPr id="13" name="Espace réservé pour une image  5">
            <a:extLst>
              <a:ext uri="{FF2B5EF4-FFF2-40B4-BE49-F238E27FC236}">
                <a16:creationId xmlns:a16="http://schemas.microsoft.com/office/drawing/2014/main" id="{D2114973-A64B-4AA4-8B7B-C61E5746DA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80474" y="4357684"/>
            <a:ext cx="2211386" cy="1852613"/>
          </a:xfrm>
        </p:spPr>
        <p:txBody>
          <a:bodyPr/>
          <a:lstStyle>
            <a:lvl1pPr>
              <a:buNone/>
              <a:defRPr/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e conten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’image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 rtlCol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 rtlCol="0"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 rtlCol="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e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9" name="Espace réservé d’image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35386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538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e comparaison gauche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432296"/>
            <a:ext cx="5523404" cy="527076"/>
          </a:xfrm>
          <a:solidFill>
            <a:schemeClr val="tx2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523404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e comparaison gauche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3982" y="1431913"/>
            <a:ext cx="5523404" cy="525283"/>
          </a:xfrm>
          <a:solidFill>
            <a:schemeClr val="tx2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3982" y="2021109"/>
            <a:ext cx="5523404" cy="417089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rtlCol="0"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Entrez votre légende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remerci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rtlCol="0" anchor="ctr"/>
          <a:lstStyle>
            <a:lvl1pPr algn="ctr">
              <a:lnSpc>
                <a:spcPct val="100000"/>
              </a:lnSpc>
              <a:defRPr sz="6000" b="1" cap="none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Merci de votre attention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 rtlCol="0"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Nom complet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Numéro de téléphone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Poignée E-mail ou Réseaux sociaux</a:t>
            </a: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Site web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1431851" cy="43712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432051" cy="365124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2000"/>
            <a:ext cx="11432051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1431851" cy="43712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432051" cy="365124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2000"/>
            <a:ext cx="11432051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B909B-0533-4072-B6D3-32D0ED617C36}"/>
              </a:ext>
            </a:extLst>
          </p:cNvPr>
          <p:cNvSpPr/>
          <p:nvPr userDrawn="1"/>
        </p:nvSpPr>
        <p:spPr>
          <a:xfrm>
            <a:off x="0" y="-6091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noProof="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1287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1431851" cy="43712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432051" cy="365124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2000"/>
            <a:ext cx="11432051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B909B-0533-4072-B6D3-32D0ED617C36}"/>
              </a:ext>
            </a:extLst>
          </p:cNvPr>
          <p:cNvSpPr/>
          <p:nvPr userDrawn="1"/>
        </p:nvSpPr>
        <p:spPr>
          <a:xfrm>
            <a:off x="0" y="-6091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1E184B-C518-4E37-BF31-04FBEC5DED6A}"/>
              </a:ext>
            </a:extLst>
          </p:cNvPr>
          <p:cNvSpPr/>
          <p:nvPr userDrawn="1"/>
        </p:nvSpPr>
        <p:spPr>
          <a:xfrm>
            <a:off x="2400000" y="-6363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noProof="0" dirty="0" err="1"/>
              <a:t>M&amp;Ms</a:t>
            </a:r>
            <a:endParaRPr lang="fr-FR" b="1" noProof="0" dirty="0"/>
          </a:p>
        </p:txBody>
      </p:sp>
    </p:spTree>
    <p:extLst>
      <p:ext uri="{BB962C8B-B14F-4D97-AF65-F5344CB8AC3E}">
        <p14:creationId xmlns:p14="http://schemas.microsoft.com/office/powerpoint/2010/main" val="1357881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1431851" cy="43712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432051" cy="365124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 dirty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2000"/>
            <a:ext cx="11432051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B909B-0533-4072-B6D3-32D0ED617C36}"/>
              </a:ext>
            </a:extLst>
          </p:cNvPr>
          <p:cNvSpPr/>
          <p:nvPr userDrawn="1"/>
        </p:nvSpPr>
        <p:spPr>
          <a:xfrm>
            <a:off x="0" y="-6091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1E184B-C518-4E37-BF31-04FBEC5DED6A}"/>
              </a:ext>
            </a:extLst>
          </p:cNvPr>
          <p:cNvSpPr/>
          <p:nvPr userDrawn="1"/>
        </p:nvSpPr>
        <p:spPr>
          <a:xfrm>
            <a:off x="2400000" y="-6363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0" noProof="0" dirty="0" err="1"/>
              <a:t>M&amp;Ms</a:t>
            </a:r>
            <a:endParaRPr lang="fr-FR" b="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61C54D-155C-491A-88EE-99BEDF18FC73}"/>
              </a:ext>
            </a:extLst>
          </p:cNvPr>
          <p:cNvSpPr/>
          <p:nvPr userDrawn="1"/>
        </p:nvSpPr>
        <p:spPr>
          <a:xfrm>
            <a:off x="4848000" y="-6188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noProof="0" dirty="0"/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74163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1431851" cy="43712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432051" cy="365124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2000"/>
            <a:ext cx="11432051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B909B-0533-4072-B6D3-32D0ED617C36}"/>
              </a:ext>
            </a:extLst>
          </p:cNvPr>
          <p:cNvSpPr/>
          <p:nvPr userDrawn="1"/>
        </p:nvSpPr>
        <p:spPr>
          <a:xfrm>
            <a:off x="0" y="-6091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1E184B-C518-4E37-BF31-04FBEC5DED6A}"/>
              </a:ext>
            </a:extLst>
          </p:cNvPr>
          <p:cNvSpPr/>
          <p:nvPr userDrawn="1"/>
        </p:nvSpPr>
        <p:spPr>
          <a:xfrm>
            <a:off x="2400000" y="-6363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0" noProof="0" dirty="0" err="1"/>
              <a:t>M&amp;Ms</a:t>
            </a:r>
            <a:endParaRPr lang="fr-FR" b="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61C54D-155C-491A-88EE-99BEDF18FC73}"/>
              </a:ext>
            </a:extLst>
          </p:cNvPr>
          <p:cNvSpPr/>
          <p:nvPr userDrawn="1"/>
        </p:nvSpPr>
        <p:spPr>
          <a:xfrm>
            <a:off x="4848000" y="-6188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0" noProof="0" dirty="0"/>
              <a:t>Résultats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47338-D8AF-4FEA-A3E2-632647C4AB71}"/>
              </a:ext>
            </a:extLst>
          </p:cNvPr>
          <p:cNvSpPr/>
          <p:nvPr userDrawn="1"/>
        </p:nvSpPr>
        <p:spPr>
          <a:xfrm>
            <a:off x="7296000" y="-6363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noProof="0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465281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999" y="432000"/>
            <a:ext cx="11431851" cy="43712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432051" cy="365124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512000"/>
            <a:ext cx="11432051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B909B-0533-4072-B6D3-32D0ED617C36}"/>
              </a:ext>
            </a:extLst>
          </p:cNvPr>
          <p:cNvSpPr/>
          <p:nvPr userDrawn="1"/>
        </p:nvSpPr>
        <p:spPr>
          <a:xfrm>
            <a:off x="0" y="-6091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noProof="0" dirty="0"/>
              <a:t>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1E184B-C518-4E37-BF31-04FBEC5DED6A}"/>
              </a:ext>
            </a:extLst>
          </p:cNvPr>
          <p:cNvSpPr/>
          <p:nvPr userDrawn="1"/>
        </p:nvSpPr>
        <p:spPr>
          <a:xfrm>
            <a:off x="2400000" y="-6363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0" noProof="0" dirty="0" err="1"/>
              <a:t>M&amp;Ms</a:t>
            </a:r>
            <a:endParaRPr lang="fr-FR" b="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61C54D-155C-491A-88EE-99BEDF18FC73}"/>
              </a:ext>
            </a:extLst>
          </p:cNvPr>
          <p:cNvSpPr/>
          <p:nvPr userDrawn="1"/>
        </p:nvSpPr>
        <p:spPr>
          <a:xfrm>
            <a:off x="4848000" y="-6188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0" noProof="0" dirty="0"/>
              <a:t>Résultats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47338-D8AF-4FEA-A3E2-632647C4AB71}"/>
              </a:ext>
            </a:extLst>
          </p:cNvPr>
          <p:cNvSpPr/>
          <p:nvPr userDrawn="1"/>
        </p:nvSpPr>
        <p:spPr>
          <a:xfrm>
            <a:off x="7296000" y="-6363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0" noProof="0" dirty="0"/>
              <a:t>Discussion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46C90D-0C43-4C8E-A827-7BF527E0B398}"/>
              </a:ext>
            </a:extLst>
          </p:cNvPr>
          <p:cNvSpPr/>
          <p:nvPr userDrawn="1"/>
        </p:nvSpPr>
        <p:spPr>
          <a:xfrm>
            <a:off x="9744000" y="-6968"/>
            <a:ext cx="2448000" cy="360000"/>
          </a:xfrm>
          <a:prstGeom prst="rect">
            <a:avLst/>
          </a:prstGeom>
          <a:solidFill>
            <a:srgbClr val="7893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noProof="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667501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75F488-D209-468B-A803-F3C2F289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249E8F-6F9A-457A-A91A-F298555048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C7B8A8-FA9E-4477-8244-ED9237298F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fr-FR" smtClean="0"/>
              <a:pPr/>
              <a:t>‹N°›</a:t>
            </a:fld>
            <a:endParaRPr lang="fr-FR" i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AD21649-7332-4E71-BAE8-28F0482CB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93" y="1596641"/>
            <a:ext cx="5544280" cy="366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56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4500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800" y="1511250"/>
            <a:ext cx="4500000" cy="468000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CD4FE60C-ACE5-4516-8CB6-EEDD96DB735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916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2900" y="1511476"/>
            <a:ext cx="2916000" cy="4679249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800" y="1511475"/>
            <a:ext cx="2916000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1764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90450" y="1512000"/>
            <a:ext cx="1764000" cy="4679250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8900" y="1512000"/>
            <a:ext cx="1764000" cy="4679250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07350" y="1507535"/>
            <a:ext cx="1764000" cy="4679250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5800" y="1507535"/>
            <a:ext cx="1764000" cy="4683715"/>
          </a:xfrm>
        </p:spPr>
        <p:txBody>
          <a:bodyPr rtlCol="0"/>
          <a:lstStyle>
            <a:lvl4pPr>
              <a:defRPr sz="700"/>
            </a:lvl4pPr>
            <a:lvl5pPr>
              <a:defRPr sz="700"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 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11">
            <a:extLst>
              <a:ext uri="{FF2B5EF4-FFF2-40B4-BE49-F238E27FC236}">
                <a16:creationId xmlns:a16="http://schemas.microsoft.com/office/drawing/2014/main" id="{32C8D0EF-1DB6-4ADC-8F31-5AE53BF5EAF4}"/>
              </a:ext>
            </a:extLst>
          </p:cNvPr>
          <p:cNvSpPr/>
          <p:nvPr userDrawn="1"/>
        </p:nvSpPr>
        <p:spPr>
          <a:xfrm>
            <a:off x="69274" y="66963"/>
            <a:ext cx="12122726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53" y="484046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356350"/>
            <a:ext cx="483448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 userDrawn="1"/>
        </p:nvSpPr>
        <p:spPr>
          <a:xfrm>
            <a:off x="-1" y="6794308"/>
            <a:ext cx="7303625" cy="636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 userDrawn="1"/>
        </p:nvSpPr>
        <p:spPr>
          <a:xfrm rot="5400000">
            <a:off x="-3378442" y="3410286"/>
            <a:ext cx="6826157" cy="692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5A5EB00-FD1D-4546-9E08-1C7F385C5E2B}"/>
              </a:ext>
            </a:extLst>
          </p:cNvPr>
          <p:cNvGrpSpPr/>
          <p:nvPr userDrawn="1"/>
        </p:nvGrpSpPr>
        <p:grpSpPr>
          <a:xfrm>
            <a:off x="11235740" y="6235860"/>
            <a:ext cx="980359" cy="648008"/>
            <a:chOff x="11235740" y="6240673"/>
            <a:chExt cx="980359" cy="648008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6AF28BA9-C10E-45F3-A705-CE8DF9532B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35740" y="6240673"/>
              <a:ext cx="980359" cy="64800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A69F995-53B9-4F7C-B1FF-F09D539FE906}"/>
                </a:ext>
              </a:extLst>
            </p:cNvPr>
            <p:cNvSpPr/>
            <p:nvPr userDrawn="1"/>
          </p:nvSpPr>
          <p:spPr>
            <a:xfrm>
              <a:off x="11395709" y="6440296"/>
              <a:ext cx="330210" cy="206857"/>
            </a:xfrm>
            <a:prstGeom prst="rect">
              <a:avLst/>
            </a:prstGeom>
            <a:solidFill>
              <a:srgbClr val="7893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1605" y="6413324"/>
            <a:ext cx="278418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0"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fr-FR" smtClean="0"/>
              <a:pPr/>
              <a:t>‹N°›</a:t>
            </a:fld>
            <a:endParaRPr lang="fr-FR" i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D2491F-DB9A-4AEC-B4EF-673162510463}"/>
              </a:ext>
            </a:extLst>
          </p:cNvPr>
          <p:cNvSpPr/>
          <p:nvPr userDrawn="1"/>
        </p:nvSpPr>
        <p:spPr>
          <a:xfrm>
            <a:off x="-1" y="0"/>
            <a:ext cx="2014169" cy="636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76" r:id="rId10"/>
    <p:sldLayoutId id="2147483675" r:id="rId11"/>
    <p:sldLayoutId id="2147483673" r:id="rId12"/>
    <p:sldLayoutId id="2147483674" r:id="rId13"/>
    <p:sldLayoutId id="2147483672" r:id="rId14"/>
    <p:sldLayoutId id="2147483667" r:id="rId15"/>
    <p:sldLayoutId id="2147483652" r:id="rId16"/>
    <p:sldLayoutId id="2147483656" r:id="rId17"/>
    <p:sldLayoutId id="2147483657" r:id="rId18"/>
    <p:sldLayoutId id="2147483654" r:id="rId19"/>
    <p:sldLayoutId id="214748365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none" spc="-150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62C974-1885-43D6-9686-C9C0C6D02ED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583" y="754874"/>
            <a:ext cx="1732677" cy="590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62627E0-9BB1-4086-BE08-4C7ED8B6A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40" y="403070"/>
            <a:ext cx="1298542" cy="97578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7452F82-12C7-4206-9E8B-BE683D578B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131" y="277508"/>
            <a:ext cx="1855738" cy="122690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8A231B3-4289-4C5A-9580-BC2FD75B8E37}"/>
              </a:ext>
            </a:extLst>
          </p:cNvPr>
          <p:cNvSpPr txBox="1"/>
          <p:nvPr/>
        </p:nvSpPr>
        <p:spPr>
          <a:xfrm>
            <a:off x="2735117" y="2859613"/>
            <a:ext cx="672176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Réunion de projet </a:t>
            </a: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Indices PKPD du Linézolide spécifique aux concentrations dans le CSF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(06/11/2024)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BB855F5-386A-44C0-9708-DAB7D5DC42C8}"/>
              </a:ext>
            </a:extLst>
          </p:cNvPr>
          <p:cNvSpPr txBox="1"/>
          <p:nvPr/>
        </p:nvSpPr>
        <p:spPr>
          <a:xfrm>
            <a:off x="101248" y="6396597"/>
            <a:ext cx="6721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Présenté par Michael BURTIN, et travail avec Alexia CHAUZY et Noémie PREBONNAUD</a:t>
            </a:r>
          </a:p>
        </p:txBody>
      </p:sp>
    </p:spTree>
    <p:extLst>
      <p:ext uri="{BB962C8B-B14F-4D97-AF65-F5344CB8AC3E}">
        <p14:creationId xmlns:p14="http://schemas.microsoft.com/office/powerpoint/2010/main" val="74038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280B-C07E-EB66-DF30-151EEF0D5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10332-5DBE-4585-B90A-29FBC1D9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PTA in Plasma                     &amp;                     PTA in CSF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2BFAF6-2596-5A7E-EFBB-619AC363CCC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2</a:t>
            </a:fld>
            <a:endParaRPr lang="fr-FR" noProof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F4CD22-B4D9-9CBA-7A71-97ED1FE5D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465" y="1086926"/>
            <a:ext cx="5610385" cy="506935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4A25EAC-CE5A-4185-44CF-504C09554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95" y="1086926"/>
            <a:ext cx="5619404" cy="506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4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0D41B-F25C-40AA-B9CF-8C6DCEF1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3</a:t>
            </a:fld>
            <a:endParaRPr lang="fr-FR" noProof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61EEC6-50A7-0727-2089-33B7B835B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85" y="1428193"/>
            <a:ext cx="5328568" cy="402338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C041EEAD-5E47-66A0-79FC-2DC2C8118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675" y="1428193"/>
            <a:ext cx="6630325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01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003F-9248-088D-7E63-7F856542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ED3747-E405-5B3A-CD07-8E4D59B3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875852-B4A3-E326-B2EF-20FFCE28D1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4</a:t>
            </a:fld>
            <a:endParaRPr lang="fr-FR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D15545-B634-3B54-E52C-90C19BB6A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21" y="1309389"/>
            <a:ext cx="5410955" cy="423921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4858AAE-2F20-29A0-18DA-45489F959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376" y="1564318"/>
            <a:ext cx="6551624" cy="41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29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41AE-4401-7FF3-ABC2-5B1D7A4B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DFF5B2-2E8C-0100-A577-9B86019E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F6CD88-CFB8-A1F4-1186-797B453697E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5</a:t>
            </a:fld>
            <a:endParaRPr lang="fr-FR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C96EC1-BA4E-30CB-B3B9-C59E727ED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71" y="1368348"/>
            <a:ext cx="5452960" cy="398093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3146410-FE3C-E88E-7BF3-E8F02D5DD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731" y="1481991"/>
            <a:ext cx="6477498" cy="400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53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4D94-6731-897D-395B-CBFA3D65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EC5F84-C8F2-7513-65A5-006648C9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A8A1F5-54DA-94EE-704B-11CBF761B1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6</a:t>
            </a:fld>
            <a:endParaRPr lang="fr-FR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166AA1-1DD1-19D6-4F7C-930F2718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5" y="1256734"/>
            <a:ext cx="5423823" cy="394713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1DAA97A-6FEC-7FDA-A71D-08C9F1C26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008" y="1256734"/>
            <a:ext cx="6501063" cy="400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6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258B-F7B2-1160-E418-DB2FCA3B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DDDC73-9443-4B10-E3B2-295C1150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915AE2-D7DE-F46F-0C23-F7CE523E3B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7</a:t>
            </a:fld>
            <a:endParaRPr lang="fr-FR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C1AFB6E-FC2C-44D0-F0A1-6B8E789D6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86" y="1129743"/>
            <a:ext cx="5430008" cy="425826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DD8A576-5C26-8518-BB02-E531AE70B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494" y="1225005"/>
            <a:ext cx="6554506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0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4800-A007-F870-2808-CF014EBD8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8E0A6-0B06-DA0D-C6F2-91F2E5AF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6B1655-9C2B-6D11-47A1-30D608E2854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8</a:t>
            </a:fld>
            <a:endParaRPr lang="fr-FR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90DE66-EA65-BE66-3651-6F13CB5BF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2" y="1380839"/>
            <a:ext cx="5611008" cy="409632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BB212C-D37B-282D-6C87-EC12DF9DB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850" y="1380839"/>
            <a:ext cx="6466118" cy="39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11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9945-132F-798D-41E9-472A00EE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4FD33-E570-4C54-F3F6-00D853C6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B94E51-F4E8-3220-BB9B-0205CB482A8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9</a:t>
            </a:fld>
            <a:endParaRPr lang="fr-FR" noProof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FAFF324-D77F-6BF2-15F4-2FB06EA45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7" y="1233089"/>
            <a:ext cx="5639587" cy="41153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FE4DF7B-5DDB-AB75-B7C4-B7F68B2A8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54" y="1308630"/>
            <a:ext cx="6435059" cy="396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73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8BD6-07B6-4746-5447-C704AB58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A3648-A055-8A4A-BEBF-335B4338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701AC2-AB80-1E87-5A05-1A658D161F3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10</a:t>
            </a:fld>
            <a:endParaRPr lang="fr-FR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E24FFA4-5EA8-B4B2-8554-CA1657903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76" y="1309391"/>
            <a:ext cx="5458587" cy="423921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B9E281D-17E8-80D1-8561-C08453674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963" y="1425555"/>
            <a:ext cx="6482004" cy="40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3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BE93-384C-4E29-04FA-B9DE8DE6C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AA562-B91A-8EE6-8DBA-BCC32057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Observations vs Simulations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811D74-4A84-FDD3-84A8-07EC9FA7915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11</a:t>
            </a:fld>
            <a:endParaRPr lang="fr-FR" noProof="0"/>
          </a:p>
        </p:txBody>
      </p:sp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B3C19548-9EE2-D6DD-8CA8-174CFBEAEA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463461"/>
              </p:ext>
            </p:extLst>
          </p:nvPr>
        </p:nvGraphicFramePr>
        <p:xfrm>
          <a:off x="147165" y="1607351"/>
          <a:ext cx="5483614" cy="4067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495810" imgH="3980663" progId="">
                  <p:embed/>
                </p:oleObj>
              </mc:Choice>
              <mc:Fallback>
                <p:oleObj r:id="rId3" imgW="5495810" imgH="3980663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5" y="1607351"/>
                        <a:ext cx="5483614" cy="406774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BAFECD51-A589-E68B-1701-C556B2323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207" y="1607351"/>
            <a:ext cx="6429793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86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C7EF65-B99E-084C-59C1-06325A196B7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12</a:t>
            </a:fld>
            <a:endParaRPr lang="fr-FR" noProof="0"/>
          </a:p>
        </p:txBody>
      </p:sp>
      <p:pic>
        <p:nvPicPr>
          <p:cNvPr id="7" name="Image 6" descr="Une image contenant texte, Tracé, capture d’écran, ligne&#10;&#10;Description générée automatiquement">
            <a:extLst>
              <a:ext uri="{FF2B5EF4-FFF2-40B4-BE49-F238E27FC236}">
                <a16:creationId xmlns:a16="http://schemas.microsoft.com/office/drawing/2014/main" id="{E8628449-11BD-59A9-F577-95ACD9C6D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101" y="1146431"/>
            <a:ext cx="8208281" cy="4989586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5846EA48-D287-B201-86F5-B9026AA1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1431851" cy="437124"/>
          </a:xfrm>
        </p:spPr>
        <p:txBody>
          <a:bodyPr/>
          <a:lstStyle/>
          <a:p>
            <a:r>
              <a:rPr lang="fr-FR" dirty="0"/>
              <a:t>Profil PK issu de </a:t>
            </a:r>
            <a:r>
              <a:rPr lang="fr-FR" dirty="0" err="1"/>
              <a:t>PPpop</a:t>
            </a:r>
            <a:r>
              <a:rPr lang="fr-FR" dirty="0"/>
              <a:t> LCR</a:t>
            </a:r>
          </a:p>
        </p:txBody>
      </p:sp>
    </p:spTree>
    <p:extLst>
      <p:ext uri="{BB962C8B-B14F-4D97-AF65-F5344CB8AC3E}">
        <p14:creationId xmlns:p14="http://schemas.microsoft.com/office/powerpoint/2010/main" val="989125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6A942-4E79-E364-D349-8D0324EA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511D520-D6A2-4F8E-E00D-0393DC6B6F0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fr-FR" noProof="0" smtClean="0"/>
              <a:pPr rtl="0"/>
              <a:t>13</a:t>
            </a:fld>
            <a:endParaRPr lang="fr-FR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69EE6F0-E840-1854-A857-8B92E575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11431851" cy="437124"/>
          </a:xfrm>
        </p:spPr>
        <p:txBody>
          <a:bodyPr/>
          <a:lstStyle/>
          <a:p>
            <a:r>
              <a:rPr lang="fr-FR" dirty="0"/>
              <a:t>Profil PK issu de notre modèle PKPD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0AB03EC-8564-6266-2B86-DBFF655EB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295" y="1323475"/>
            <a:ext cx="8291764" cy="492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609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U1070">
      <a:dk1>
        <a:srgbClr val="0C0C0C"/>
      </a:dk1>
      <a:lt1>
        <a:srgbClr val="FFFFFF"/>
      </a:lt1>
      <a:dk2>
        <a:srgbClr val="7893C2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002060"/>
      </a:hlink>
      <a:folHlink>
        <a:srgbClr val="0C0C0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841_TF16411245.potx" id="{96BFCCC4-945F-4455-8680-9CAB35348163}" vid="{F240A1EB-79F1-44FF-AB19-94587D3A344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013FC2C3113842BFBBEF22EC673583" ma:contentTypeVersion="6" ma:contentTypeDescription="Crée un document." ma:contentTypeScope="" ma:versionID="c4bfd109840e331eb9a7e0e9d3f7b12b">
  <xsd:schema xmlns:xsd="http://www.w3.org/2001/XMLSchema" xmlns:xs="http://www.w3.org/2001/XMLSchema" xmlns:p="http://schemas.microsoft.com/office/2006/metadata/properties" xmlns:ns2="047141f1-d5f1-4c1e-aeb5-f447b24d16d6" xmlns:ns3="3b5d69fc-bb99-4021-bf71-57080cd7ff49" targetNamespace="http://schemas.microsoft.com/office/2006/metadata/properties" ma:root="true" ma:fieldsID="fd78b749dbbc16c12ab3fcdcb5ed155e" ns2:_="" ns3:_="">
    <xsd:import namespace="047141f1-d5f1-4c1e-aeb5-f447b24d16d6"/>
    <xsd:import namespace="3b5d69fc-bb99-4021-bf71-57080cd7ff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7141f1-d5f1-4c1e-aeb5-f447b24d16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5d69fc-bb99-4021-bf71-57080cd7ff4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616974-85AB-41A6-A44B-CA587E77F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7141f1-d5f1-4c1e-aeb5-f447b24d16d6"/>
    <ds:schemaRef ds:uri="3b5d69fc-bb99-4021-bf71-57080cd7ff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4C6A4E-F2FA-4ED9-8B3C-07C5949BD3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B61CFE-D4DA-4753-A9A5-D482B9609A35}">
  <ds:schemaRefs>
    <ds:schemaRef ds:uri="http://schemas.microsoft.com/sharepoint/v3"/>
    <ds:schemaRef ds:uri="http://purl.org/dc/terms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fb0879af-3eba-417a-a55a-ffe6dcd6ca77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couleur minimaliste</Template>
  <TotalTime>3410</TotalTime>
  <Words>102</Words>
  <Application>Microsoft Office PowerPoint</Application>
  <PresentationFormat>Grand écran</PresentationFormat>
  <Paragraphs>40</Paragraphs>
  <Slides>13</Slides>
  <Notes>11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0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Thème Office</vt:lpstr>
      <vt:lpstr>Présentation PowerPoint</vt:lpstr>
      <vt:lpstr>             PTA in Plasma                     &amp;                     PTA in CSF</vt:lpstr>
      <vt:lpstr>Observations vs simulations</vt:lpstr>
      <vt:lpstr>Observations vs Simulations</vt:lpstr>
      <vt:lpstr>Observations vs Simulations</vt:lpstr>
      <vt:lpstr>Observations vs Simulations</vt:lpstr>
      <vt:lpstr>Observations vs Simulations</vt:lpstr>
      <vt:lpstr>Observations vs Simulations</vt:lpstr>
      <vt:lpstr>Observations vs Simulations</vt:lpstr>
      <vt:lpstr>Observations vs Simulations</vt:lpstr>
      <vt:lpstr>Observations vs Simulations</vt:lpstr>
      <vt:lpstr>Profil PK issu de PPpop LCR</vt:lpstr>
      <vt:lpstr>Profil PK issu de notre modèle PKPD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page de garde de la présentation</dc:title>
  <dc:creator>Luc Deroche</dc:creator>
  <cp:lastModifiedBy>Michael BURTIN</cp:lastModifiedBy>
  <cp:revision>245</cp:revision>
  <dcterms:created xsi:type="dcterms:W3CDTF">2020-11-04T11:20:14Z</dcterms:created>
  <dcterms:modified xsi:type="dcterms:W3CDTF">2024-11-28T16:05:05Z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0x0101002A013FC2C3113842BFBBEF22EC673583</vt:lpwstr>
  </property>
</Properties>
</file>